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starting at Northeastern.</a:t>
            </a:r>
          </a:p>
          <a:p>
            <a:pPr indent="0" lvl="0" marL="0" rtl="0" algn="l">
              <a:spcBef>
                <a:spcPts val="0"/>
              </a:spcBef>
              <a:spcAft>
                <a:spcPts val="600"/>
              </a:spcAft>
              <a:buNone/>
            </a:pPr>
            <a:r>
              <a:rPr lang="en-US"/>
              <a:t>Today most people check Google Maps, then Instagram or TikTok, then ask a friend. We’d put the reviews, posts, hours and booking for a place on one page, plus our own score that only counts people who scanned a receipt.</a:t>
            </a:r>
          </a:p>
          <a:p>
            <a:pPr indent="0" lvl="0" marL="0" rtl="0" algn="l">
              <a:spcBef>
                <a:spcPts val="0"/>
              </a:spcBef>
              <a:spcAft>
                <a:spcPts val="600"/>
              </a:spcAft>
              <a:buNone/>
            </a:pPr>
            <a:r>
              <a:rPr lang="en-US"/>
              <a:t>It doesn’t have a name yet, and we haven’t built it. This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check three apps to pick one place. Google Maps to see what’s nearby, Instagram or TikTok to see the food, and a friend to check it’s good. Many said it still misses after all that.</a:t>
            </a:r>
          </a:p>
          <a:p>
            <a:pPr indent="0" lvl="0" marL="0" rtl="0" algn="l">
              <a:spcBef>
                <a:spcPts val="0"/>
              </a:spcBef>
              <a:spcAft>
                <a:spcPts val="600"/>
              </a:spcAft>
              <a:buNone/>
            </a:pPr>
            <a:r>
              <a:rPr lang="en-US"/>
              <a:t>Most people were okay with what they use now. But they told us they’d try something better.</a:t>
            </a:r>
          </a:p>
          <a:p>
            <a:pPr indent="0" lvl="0" marL="0" rtl="0" algn="l">
              <a:spcBef>
                <a:spcPts val="0"/>
              </a:spcBef>
              <a:spcAft>
                <a:spcPts val="600"/>
              </a:spcAft>
              <a:buNone/>
            </a:pPr>
            <a:r>
              <a:rPr lang="en-US"/>
              <a:t>So it’s an annoying routine more than a crisis, and we think it can be easier.</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So the idea is one page per restaurant.</a:t>
            </a:r>
          </a:p>
          <a:p>
            <a:pPr indent="0" lvl="0" marL="0" rtl="0" algn="l">
              <a:spcBef>
                <a:spcPts val="0"/>
              </a:spcBef>
              <a:spcAft>
                <a:spcPts val="600"/>
              </a:spcAft>
              <a:buNone/>
            </a:pPr>
            <a:r>
              <a:rPr lang="en-US"/>
              <a:t>You can find what’s open near you, filtered by diet, price and distance. You can compare other apps’ ratings, where they let us show them, next to our score, which only counts diners with a receipt. If an app won’t share, we link out. And you can keep your lists and history, and book a table.</a:t>
            </a:r>
          </a:p>
          <a:p>
            <a:pPr indent="0" lvl="0" marL="0" rtl="0" algn="l">
              <a:spcBef>
                <a:spcPts val="0"/>
              </a:spcBef>
              <a:spcAft>
                <a:spcPts val="600"/>
              </a:spcAft>
              <a:buNone/>
            </a:pPr>
            <a:r>
              <a:rPr lang="en-US"/>
              <a:t>Dietary filters stay free. A halal or nut-free search is what sends a restaurant a diner, so it shouldn’t cost anything.</a:t>
            </a:r>
          </a:p>
          <a:p>
            <a:pPr indent="0" lvl="0" marL="0" rtl="0" algn="l">
              <a:spcBef>
                <a:spcPts val="0"/>
              </a:spcBef>
              <a:spcAft>
                <a:spcPts val="600"/>
              </a:spcAft>
              <a:buNone/>
            </a:pPr>
            <a:r>
              <a:rPr lang="en-US"/>
              <a:t>People ask about Beli a lot. Beli is for ranking places you’ve been. We’re about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and every score and person on them is made up.</a:t>
            </a:r>
          </a:p>
          <a:p>
            <a:pPr indent="0" lvl="0" marL="0" rtl="0" algn="l">
              <a:spcBef>
                <a:spcPts val="0"/>
              </a:spcBef>
              <a:spcAft>
                <a:spcPts val="600"/>
              </a:spcAft>
              <a:buNone/>
            </a:pPr>
            <a:r>
              <a:rPr lang="en-US"/>
              <a:t>You see what’s open nearby. The app suggests one place that fits your budget and diet, then gives three picks with a reason for each. The last screen puts our receipt score next to other apps’ ratings and flags paid posts.</a:t>
            </a:r>
          </a:p>
          <a:p>
            <a:pPr indent="0" lvl="0" marL="0" rtl="0" algn="l">
              <a:spcBef>
                <a:spcPts val="0"/>
              </a:spcBef>
              <a:spcAft>
                <a:spcPts val="600"/>
              </a:spcAft>
              <a:buNone/>
            </a:pPr>
            <a:r>
              <a:rPr lang="en-US"/>
              <a:t>We want to test these with students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Boston has about 162,000 college students. We’re aiming for 12,000 of them in Year 1.</a:t>
            </a:r>
          </a:p>
          <a:p>
            <a:pPr indent="0" lvl="0" marL="0" rtl="0" algn="l">
              <a:spcBef>
                <a:spcPts val="0"/>
              </a:spcBef>
              <a:spcAft>
                <a:spcPts val="600"/>
              </a:spcAft>
              <a:buNone/>
            </a:pPr>
            <a:r>
              <a:rPr lang="en-US"/>
              <a:t>Across the US there are about 19 million college students. Our Year 5 target is 540,000 users, about 2.8% of them, which is inside the 2 to 5% range from class.</a:t>
            </a:r>
          </a:p>
          <a:p>
            <a:pPr indent="0" lvl="0" marL="0" rtl="0" algn="l">
              <a:spcBef>
                <a:spcPts val="0"/>
              </a:spcBef>
              <a:spcAft>
                <a:spcPts val="600"/>
              </a:spcAft>
              <a:buNone/>
            </a:pPr>
            <a:r>
              <a:rPr lang="en-US"/>
              <a:t>And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mostly through friends, the way Beli did. About 80% of Beli’s users came that way.</a:t>
            </a:r>
          </a:p>
          <a:p>
            <a:pPr indent="0" lvl="0" marL="0" rtl="0" algn="l">
              <a:spcBef>
                <a:spcPts val="0"/>
              </a:spcBef>
              <a:spcAft>
                <a:spcPts val="600"/>
              </a:spcAft>
              <a:buNone/>
            </a:pPr>
            <a:r>
              <a:rPr lang="en-US"/>
              <a:t>The first ten users are people we interviewed and our friends. The next hundred are Northeastern students they invite, plus clubs and group chats. The first thousand come from other Boston campuses, through student ambassadors and food posts.</a:t>
            </a:r>
          </a:p>
          <a:p>
            <a:pPr indent="0" lvl="0" marL="0" rtl="0" algn="l">
              <a:spcBef>
                <a:spcPts val="0"/>
              </a:spcBef>
              <a:spcAft>
                <a:spcPts val="600"/>
              </a:spcAft>
              <a:buNone/>
            </a:pPr>
            <a:r>
              <a:rPr lang="en-US"/>
              <a:t>If that works, we get to 12,000 users by the end of Year 1. Users never have to pay.</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Users never pay. We’d charge restaurants for the diners we send, not for ads.</a:t>
            </a:r>
          </a:p>
          <a:p>
            <a:pPr indent="0" lvl="0" marL="0" rtl="0" algn="l">
              <a:spcBef>
                <a:spcPts val="0"/>
              </a:spcBef>
              <a:spcAft>
                <a:spcPts val="600"/>
              </a:spcAft>
              <a:buNone/>
            </a:pPr>
            <a:r>
              <a:rPr lang="en-US"/>
              <a:t>A restaurant pays about 90 cents for a new diner whose visit started in our app, once a receipt confirms it. OpenTable charges $1 to $1.50. Booking sites pay per table, and from Year 3 chains pay $6,000 a year per area.</a:t>
            </a:r>
          </a:p>
          <a:p>
            <a:pPr indent="0" lvl="0" marL="0" rtl="0" algn="l">
              <a:spcBef>
                <a:spcPts val="0"/>
              </a:spcBef>
              <a:spcAft>
                <a:spcPts val="600"/>
              </a:spcAft>
              <a:buNone/>
            </a:pPr>
            <a:r>
              <a:rPr lang="en-US"/>
              <a:t>We’re also thinking about an optional $5 a month membership for extras. We expect about 3 in 1,000 users to sign up.</a:t>
            </a:r>
          </a:p>
          <a:p>
            <a:pPr indent="0" lvl="0" marL="0" rtl="0" algn="l">
              <a:spcBef>
                <a:spcPts val="0"/>
              </a:spcBef>
              <a:spcAft>
                <a:spcPts val="600"/>
              </a:spcAft>
              <a:buNone/>
            </a:pPr>
            <a:r>
              <a:rPr lang="en-US"/>
              <a:t>That’s $356,000 in Year 5, and nobody can pay to change a score.</a:t>
            </a:r>
          </a:p>
          <a:p>
            <a:pPr indent="0" lvl="0" marL="0" rtl="0" algn="l">
              <a:spcBef>
                <a:spcPts val="0"/>
              </a:spcBef>
              <a:spcAft>
                <a:spcPts val="600"/>
              </a:spcAft>
              <a:buNone/>
            </a:pPr>
            <a:r>
              <a:rPr lang="en-US"/>
              <a:t>We haven’t tested this with restaurant owners yet. Next we’re calling five owners and offering a free 30-day pilot.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we built our numbers, we looked at the apps closest to us.</a:t>
            </a:r>
          </a:p>
          <a:p>
            <a:pPr indent="0" lvl="0" marL="0" rtl="0" algn="l">
              <a:spcBef>
                <a:spcPts val="0"/>
              </a:spcBef>
              <a:spcAft>
                <a:spcPts val="600"/>
              </a:spcAft>
              <a:buNone/>
            </a:pPr>
            <a:r>
              <a:rPr lang="en-US"/>
              <a:t>OpenTable took nine years to make a profit and lost $57 million getting there. Resy ran on $45 million of investor money and then sold. Beli has 1.1 million monthly users, five people, and almost no revenue.</a:t>
            </a:r>
          </a:p>
          <a:p>
            <a:pPr indent="0" lvl="0" marL="0" rtl="0" algn="l">
              <a:spcBef>
                <a:spcPts val="0"/>
              </a:spcBef>
              <a:spcAft>
                <a:spcPts val="600"/>
              </a:spcAft>
              <a:buNone/>
            </a:pPr>
            <a:r>
              <a:rPr lang="en-US"/>
              <a:t>So we planned for slow money: no founder salaries, co-op students before full-time hires, and about $240,000 in total. We’re planning for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Look at the three highlighted cells.</a:t>
            </a:r>
          </a:p>
          <a:p>
            <a:pPr indent="0" lvl="0" marL="0" rtl="0" algn="l">
              <a:spcBef>
                <a:spcPts val="0"/>
              </a:spcBef>
              <a:spcAft>
                <a:spcPts val="600"/>
              </a:spcAft>
              <a:buNone/>
            </a:pPr>
            <a:r>
              <a:rPr lang="en-US"/>
              <a:t>Years 1 and 2 cost about $10,500 a quarter: a contract developer at $7,500, $1,500 for marketing, $1,500 for legal and insurance, and hosting. No one else gets paid until the angel round funds Year 3.</a:t>
            </a:r>
          </a:p>
          <a:p>
            <a:pPr indent="0" lvl="0" marL="0" rtl="0" algn="l">
              <a:spcBef>
                <a:spcPts val="0"/>
              </a:spcBef>
              <a:spcAft>
                <a:spcPts val="600"/>
              </a:spcAft>
              <a:buNone/>
            </a:pPr>
            <a:r>
              <a:rPr lang="en-US"/>
              <a:t>First revenue comes in Year 2. Our low point is about $192,000 down in Year 4, so we’d raise $240,000, that low plus a 25% cushion. Year 5 is our first profitable year,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start with grants, the way Beli did. Northeastern’s IDEA Gap Fund and Boston pitch competitions, about $74,000, cover Years 1 and 2. If we come up short, we cover the gap ourselves.</a:t>
            </a:r>
          </a:p>
          <a:p>
            <a:pPr indent="0" lvl="0" marL="0" rtl="0" algn="l">
              <a:spcBef>
                <a:spcPts val="0"/>
              </a:spcBef>
              <a:spcAft>
                <a:spcPts val="600"/>
              </a:spcAft>
              <a:buNone/>
            </a:pPr>
            <a:r>
              <a:rPr lang="en-US"/>
              <a:t>At the end of Year 2, after four quarters of restaurants paying, we’d raise one angel round of about $166,000. By then we want around 31,000 Boston users and receipt-proven visits to show.</a:t>
            </a:r>
          </a:p>
          <a:p>
            <a:pPr indent="0" lvl="0" marL="0" rtl="0" algn="l">
              <a:spcBef>
                <a:spcPts val="0"/>
              </a:spcBef>
              <a:spcAft>
                <a:spcPts val="600"/>
              </a:spcAft>
              <a:buNone/>
            </a:pPr>
            <a:r>
              <a:rPr lang="en-US"/>
              <a:t>At $356,000 in Year 5 revenue we’re too small for venture funds. An angel’s exit would be a sale to a bigger platform or a card company, like Resy’s sale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it comes up, this is where each price comes from.</a:t>
            </a:r>
          </a:p>
          <a:p>
            <a:pPr indent="0" lvl="0" marL="0" rtl="0" algn="l">
              <a:spcBef>
                <a:spcPts val="0"/>
              </a:spcBef>
              <a:spcAft>
                <a:spcPts val="600"/>
              </a:spcAft>
              <a:buNone/>
            </a:pPr>
            <a:r>
              <a:rPr lang="en-US"/>
              <a:t>Businesses pay $288,000 in Year 5: $156,000 for diners we send, $54,000 for bookings and $78,000 for area insights for chains. The 90 cents is under OpenTable’s $1 to $1.50, bookings are a quarter of Tabelog’s rate, and chains pay a quarter of Placer.ai’s price.</a:t>
            </a:r>
          </a:p>
          <a:p>
            <a:pPr indent="0" lvl="0" marL="0" rtl="0" algn="l">
              <a:spcBef>
                <a:spcPts val="0"/>
              </a:spcBef>
              <a:spcAft>
                <a:spcPts val="600"/>
              </a:spcAft>
              <a:buNone/>
            </a:pPr>
            <a:r>
              <a:rPr lang="en-US"/>
              <a:t>The membership brings in $67,000, from about 0.3% of our average Year 5 users. That’s the same share as Tabelog.</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Right now, picking a place to eat takes three apps. We think it could take one.</a:t>
            </a:r>
          </a:p>
          <a:p>
            <a:pPr indent="0" lvl="0" marL="0" rtl="0" algn="l">
              <a:spcBef>
                <a:spcPts val="0"/>
              </a:spcBef>
              <a:spcAft>
                <a:spcPts val="600"/>
              </a:spcAft>
              <a:buNone/>
            </a:pPr>
            <a:r>
              <a:rPr lang="en-US"/>
              <a:t>Our score only counts people who proved they ate there. Restaurants would pay for the diners we send, and users never have to pay. We’d start on grants, and Year 5 is our first profitable year.</a:t>
            </a:r>
          </a:p>
          <a:p>
            <a:pPr indent="0" lvl="0" marL="0" rtl="0" algn="l">
              <a:spcBef>
                <a:spcPts val="0"/>
              </a:spcBef>
              <a:spcAft>
                <a:spcPts val="600"/>
              </a:spcAft>
              <a:buNone/>
            </a:pPr>
            <a:r>
              <a:rPr lang="en-US"/>
              <a:t>What we still need to prove is whether restaurants will pay and whether people will scan receipts. So next, we’re calling five owners with a free pilot and testing receipt scanning with about ten users.</a:t>
            </a:r>
          </a:p>
          <a:p>
            <a:pPr indent="0" lvl="0" marL="0" rtl="0" algn="l">
              <a:spcBef>
                <a:spcPts val="0"/>
              </a:spcBef>
              <a:spcAft>
                <a:spcPts val="600"/>
              </a:spcAft>
              <a:buNone/>
            </a:pPr>
            <a:r>
              <a:rPr lang="en-US"/>
              <a:t>Thanks. We’re happy to take questions.</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three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Instagram or TikTok, and a friend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The challenge</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for many,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507492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507492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507492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932688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932688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932688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27" name="Google Shape;127;p2"/>
          <p:cNvSpPr txBox="1"/>
          <p:nvPr/>
        </p:nvSpPr>
        <p:spPr>
          <a:xfrm>
            <a:off x="1357884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000000"/>
                </a:solidFill>
                <a:latin typeface="Poppins"/>
                <a:ea typeface="Poppins"/>
                <a:cs typeface="Poppins"/>
                <a:sym typeface="Poppins"/>
              </a:rPr>
              <a:t>4</a:t>
            </a:r>
            <a:endParaRPr/>
          </a:p>
        </p:txBody>
      </p:sp>
      <p:sp>
        <p:nvSpPr>
          <p:cNvPr id="128" name="Google Shape;128;p2"/>
          <p:cNvSpPr txBox="1"/>
          <p:nvPr/>
        </p:nvSpPr>
        <p:spPr>
          <a:xfrm>
            <a:off x="1357884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Then they go</a:t>
            </a:r>
            <a:endParaRPr sz="2800"/>
          </a:p>
        </p:txBody>
      </p:sp>
      <p:sp>
        <p:nvSpPr>
          <p:cNvPr id="129" name="Google Shape;129;p2"/>
          <p:cNvSpPr txBox="1"/>
          <p:nvPr/>
        </p:nvSpPr>
        <p:spPr>
          <a:xfrm>
            <a:off x="1357884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and it's still a miss</a:t>
            </a:r>
            <a:endParaRPr sz="2400"/>
          </a:p>
        </p:txBody>
      </p:sp>
      <p:sp>
        <p:nvSpPr>
          <p:cNvPr id="130" name="Google Shape;130;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Many said it still misses after checking all three.</a:t>
            </a:r>
            <a:endParaRPr sz="2800"/>
          </a:p>
        </p:txBody>
      </p:sp>
      <p:sp>
        <p:nvSpPr>
          <p:cNvPr id="131" name="Google Shape;131;p2"/>
          <p:cNvSpPr txBox="1"/>
          <p:nvPr/>
        </p:nvSpPr>
        <p:spPr>
          <a:xfrm>
            <a:off x="822960" y="822960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Most are okay with what they use now, but would try something better.</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opportunity</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and posts, where they let us show them</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
        <p:nvSpPr>
          <p:cNvPr id="150" name="Google Shape;150;p3"/>
          <p:cNvSpPr txBox="1"/>
          <p:nvPr/>
        </p:nvSpPr>
        <p:spPr>
          <a:xfrm>
            <a:off x="822960" y="8412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Dietary filters stay free: a halal or nut-free search is what sends a restaurant the diner it pays for. Nobody pays for placement.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it looks like</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Other apps’ ratings shown only where we’re allowed.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 start with Boston's 162,000 students. </a:t>
            </a:r>
            <a:r>
              <a:rPr b="0" i="0" lang="en-US" sz="4400" u="none" cap="none" strike="noStrike">
                <a:solidFill>
                  <a:srgbClr val="595959"/>
                </a:solidFill>
                <a:latin typeface="Poppins"/>
                <a:ea typeface="Poppins"/>
                <a:cs typeface="Poppins"/>
                <a:sym typeface="Poppins"/>
              </a:rPr>
              <a:t>About 19 million US students could use it.</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in Boston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three.</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 Users never have to pay.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whose visit started in our app, confirmed by receipt. Booking sites pay per table. Chains pay $6,000 a year per area.</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app is free. About 3 in 1,000 pay for extras.</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quarter of its size, almost no ads,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One angel round of about $166K gets us to a first profitable year.</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Right now, picking a place to eat takes three apps. </a:t>
            </a:r>
            <a:r>
              <a:rPr b="0" i="0" lang="en-US" sz="4400" u="none" cap="none" strike="noStrike">
                <a:solidFill>
                  <a:srgbClr val="595959"/>
                </a:solidFill>
                <a:latin typeface="Poppins"/>
                <a:ea typeface="Poppins"/>
                <a:cs typeface="Poppins"/>
                <a:sym typeface="Poppins"/>
              </a:rPr>
              <a:t>We think it could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